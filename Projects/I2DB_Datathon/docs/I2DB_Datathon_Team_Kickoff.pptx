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8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I2DB DATATHON 2026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Kickoff Meeting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University School of Medicine  ·  March 22,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Prize: $2,000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This Competition?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a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fake-but-realistic patient dataset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(synthetic data about diabetes patients). Our job: build a model that can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patients will develop a complication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like kidney disease, eye damage, or hospital readmission.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Judged? (Equal Weight)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2461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3246120"/>
            <a:ext cx="237744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does our model predict the outcome?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83280" y="32461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83280" y="3246120"/>
            <a:ext cx="237744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4290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2044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do something clinically clever or creative?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32461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035040" y="3246120"/>
            <a:ext cx="237744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4290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Quality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7220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we explain and sell our work to judges?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Dates &amp;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34747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09928" y="1261872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22 (Sun)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399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kickoff meeting — you are HERE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09928" y="1975104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883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 (Mon)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1226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released to all teams — the clock starts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09928" y="268833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15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596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 – Apr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8254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data, build features, train &amp; refine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09928" y="340156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284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6 – 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5387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model, polish presentation, practice Q&amp;A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09928" y="4114800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13 (Mon)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at I2DB Symposium · Eric P. Newman Education Center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5836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teams competing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1737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2024 datathon: small field, 4–5 members each, mostly informatics &amp; data science backgrounds. We don't need to beat 50 teams — just a handful.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Our Team Can Win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3657600"/>
          </a:xfrm>
          <a:prstGeom prst="rect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Clinical Edge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8308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7190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doctors who understand diabetes pathophysiology — judges at a medical school value this above fancy code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441448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2377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which lab values, medications, and comorbidities actually matter clinically — a CS team doesn't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99816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5880" y="30358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BRFSS, NHANES, and EHR data experience — we already know how messy health data works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58184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25880" y="369417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tell a clinical STORY in the presentation, not just show charts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Weapon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029200" y="1737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model in healthcare datathons is almost never the most technically complex.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team that: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Finds a clinically meaningful angle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Builds a solid (not fancy) model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Presents it brilliantly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teams build complex models but can't explain WHY their predictions matter clinically.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flip that — clean model, powerful clinical story.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Actually Doing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process in 6 steps — think of it like a clinical research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synthetic diabetes patient dataset (arrives tomorrow)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1508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Understand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patients are in it? What variables? Any missing data? Think: reading a chart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5087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smarter variables using our clinical knowledge (e.g., raw creatinine → eGFR)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data into 3 algorithms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520440" y="306324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0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6052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Validate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accuracy, make sure it works on unseen patients, test fairness across groups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309360" y="306324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46520" y="32004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Win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slides, tell the clinical story, explain WHY our model matters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 — What Even Is Machine Learning?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Version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traditional research (like BRFSS), you ask: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smoking associated with diabetes?"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(looking backward at relationships). In ML, you flip the question: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this patient's data, will they develop diabetes?"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(looking forward to predict). Same data, different goal.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Models We'll Use (That's It — Just 3)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3375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86000" y="3493008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0" y="3493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6868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diagnostic tests you already know — calculates probability of an outcome. You've done this before.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20440" y="33375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520440" y="333756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3493008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74920" y="3493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5760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panel of doctors voting. Each 'tree' looks at different features and the majority decision wins.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09360" y="33375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309360" y="3337560"/>
            <a:ext cx="2514600" cy="45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863840" y="3493008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863840" y="3493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6520" y="3840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who takes an exam, reviews mistakes, retakes, reviews again — each round gets smarter.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Could Split the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sketch — we'll finalize roles together today. The goal: everyone contributes, nobody does it all alone.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5087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feature engineering — decide which clinical variables matter and why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data leakage — spot variables that shouldn't be in the model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clinical narrative in the presentation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64008" cy="1554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150876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Support &amp; Literature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search — find what features other studies used for diabetes prediction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 subgroup analysis — does the model work across ages, genders, etc.?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clinical storytelling in presentation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64008" cy="1554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0120" y="32918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 &amp; Presentation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explore the dataset — visualize distributions, identify patterns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the presentation slides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past I2DB winning presentations for inspiration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3154680"/>
            <a:ext cx="64008" cy="1554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83480" y="32918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the Python code — data loading, model training, evaluation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SHAP analysis for model interpretation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technical Q&amp;A from judges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Things to Keep in Mind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= Our Biggest Risk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508760" y="15087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variable in the dataset was only recorded AFTER the outcome happened, including it is cheating. Example: a procedure code that only exists because the patient already had the complication. Our doctors can spot this — CS teams can't.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1520" y="237744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14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514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= Our Superpower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08760" y="28346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smarter variables from raw data using clinical knowledge. Example: instead of raw creatinine, we calculate eGFR (creatinine + age + sex). Instead of listing 40 medications, we create a 'treatment intensity score.' This is what wins.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1520" y="370332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40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840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= Our Report Card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508760" y="41605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we measure if our model is good. Think of it like sensitivity vs. specificity — it tells us how well the model separates patients who WILL get the complication from those who WON'T. Above 0.80 = good. Above 0.85 = competitive.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Next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3657600" cy="3474720"/>
          </a:xfrm>
          <a:prstGeom prst="rect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0584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March 22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6002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team roles after this meeting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shared Google Drive folder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lead: verify Python + libraries are installed and working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leads: start PubMed search for diabetes prediction ML papers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lead: look up 2024 I2DB datathon for inspiration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Everyone: check email frequently tomorrow for dataset release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ARRIVES — Mar 23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16002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meeting (1 - 2 hours) — read the data dictionary together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 loads data and runs basic exploration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team reviews: are values reasonable? Any red flags?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target variable — what are we predicting?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brainstorming feature engineering ideas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3-week sprint toward April 13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09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46908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Prize: $2,000  ·  Our clinical expertise is our weapon  ·  Let's win this.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1115</Words>
  <Application>Microsoft Macintosh PowerPoint</Application>
  <PresentationFormat>On-screen Show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I2DB Datathon 2026 — Team Kickoff</dc:title>
  <dc:subject>PptxGenJS Presentation</dc:subject>
  <dc:creator>Shri</dc:creator>
  <cp:lastModifiedBy>Gopalsamy Ramaswamy, Sridharan</cp:lastModifiedBy>
  <cp:revision>3</cp:revision>
  <dcterms:created xsi:type="dcterms:W3CDTF">2026-03-22T15:20:16Z</dcterms:created>
  <dcterms:modified xsi:type="dcterms:W3CDTF">2026-03-22T15:45:17Z</dcterms:modified>
</cp:coreProperties>
</file>